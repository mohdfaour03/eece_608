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the Tightness Gap: Auditing DP-SGD Privacy Guarantees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Mohamad Faour   ·   EECE 608   ·   First Draft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Pipeline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07008"/>
            <a:ext cx="429768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057400"/>
            <a:ext cx="429768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21031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MLP (784→64→10) on MNIST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</a:t>
            </a:r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DP-SGD via Opacus, 1 epoch, LR = 0.15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</a:t>
            </a:r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1.1, C = 1.0, δ = 10⁻⁵  |  </a:t>
            </a:r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</a:t>
            </a:r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~84%  |  </a:t>
            </a:r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Seeds: </a:t>
            </a:r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training × 2 audit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212080" y="914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Tightness Ratio Results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207008"/>
            <a:ext cx="3474720" cy="1600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063240"/>
            <a:ext cx="45720" cy="11887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Shape 7"/>
          <p:cNvSpPr/>
          <p:nvPr/>
        </p:nvSpPr>
        <p:spPr>
          <a:xfrm>
            <a:off x="594360" y="3063240"/>
            <a:ext cx="3794760" cy="1188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31272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1 — Canary Stress Testing (Active)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31520" y="336499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inserts 32 crafted canaries into training set,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retrains DP-SGD model, scores inserted vs. held-out decoys.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strategies: random, improved, optimized pixel patches.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ε_lower = 0.274, tightness ratio ρ = 35.8%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bounds via Wilson score confidence intervals.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754880" y="3063240"/>
            <a:ext cx="45720" cy="1188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Shape 11"/>
          <p:cNvSpPr/>
          <p:nvPr/>
        </p:nvSpPr>
        <p:spPr>
          <a:xfrm>
            <a:off x="4800600" y="3063240"/>
            <a:ext cx="3886200" cy="11887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2"/>
          <p:cNvSpPr/>
          <p:nvPr/>
        </p:nvSpPr>
        <p:spPr>
          <a:xfrm>
            <a:off x="4937760" y="31272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2 — Passive Auditing (Model-Only)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937760" y="336499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queries released model on 128 examples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 members, 64 non-members). No access to training data.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scoring rules: prob margin, max prob, neg loss, fusion.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non-pathological: ε_lower = 0.095, ρ = 12.3%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corrections for score direction and member bias.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48640" y="44805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resolved: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1828800" y="448056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propagation bug across runs  ·  pathological bounds from small-sample artifacts  ·  score direction misalignment in passive track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212080" y="47091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pipeline validated end-to-end, first draft complete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 Auditing Tightness Study - First Draft</dc:title>
  <dc:subject>PptxGenJS Presentation</dc:subject>
  <dc:creator>Mohamad Faour</dc:creator>
  <cp:lastModifiedBy>Mohamad Faour</cp:lastModifiedBy>
  <cp:revision>1</cp:revision>
  <dcterms:created xsi:type="dcterms:W3CDTF">2026-03-30T20:50:31Z</dcterms:created>
  <dcterms:modified xsi:type="dcterms:W3CDTF">2026-03-30T20:50:31Z</dcterms:modified>
</cp:coreProperties>
</file>