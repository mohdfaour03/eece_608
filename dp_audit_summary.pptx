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Tightness Gap: Auditing DP-SGD Privacy Guarantees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Faour  ·  EECE 608  ·  Progress Report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987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Pipeline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389120" cy="777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2212848"/>
            <a:ext cx="438912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226771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MLP (784→64→10) on MNIST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via Opacus, 1 epoch, LR=0.15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σ=1.1, C=1.0, δ=10⁻⁵  |  </a:t>
            </a:r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  |  </a:t>
            </a:r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98755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2392" y="987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Tightness Ratio Results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280160"/>
            <a:ext cx="3520440" cy="170992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318211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57200" y="3337560"/>
            <a:ext cx="54864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0"/>
          <p:cNvSpPr/>
          <p:nvPr/>
        </p:nvSpPr>
        <p:spPr>
          <a:xfrm>
            <a:off x="512064" y="3337560"/>
            <a:ext cx="3877056" cy="114300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7" name="Text 11"/>
          <p:cNvSpPr/>
          <p:nvPr/>
        </p:nvSpPr>
        <p:spPr>
          <a:xfrm>
            <a:off x="658368" y="3401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1: Canary Stress Testing (Active Threat Model)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58368" y="36393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 32 crafted canaries into training data, retrain, score membership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strategies tested: random, improved, optimized pixel patches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result: </a:t>
            </a:r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ε_lower = 0.274  →  ρ = 35.8%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Wilson CI for conservative bound estimation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4754880" y="333756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4"/>
          <p:cNvSpPr/>
          <p:nvPr/>
        </p:nvSpPr>
        <p:spPr>
          <a:xfrm>
            <a:off x="4809744" y="3337560"/>
            <a:ext cx="3877056" cy="1143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1" name="Text 15"/>
          <p:cNvSpPr/>
          <p:nvPr/>
        </p:nvSpPr>
        <p:spPr>
          <a:xfrm>
            <a:off x="4956048" y="3401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2: Passive Auditing (Model-Only Threat Model)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956048" y="36393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model on 128 balanced member/non-member examples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scoring rules: prob margin, max prob, neg loss, fusion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non-pathological: </a:t>
            </a:r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ε_lower = 0.095  →  ρ = 12.3%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direction &amp; member-favoring corrections applied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0916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" y="4709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resolved: 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2011680" y="4709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propagation bug  ·  pathological small-sample bounds  ·  score direction misalignment</a:t>
            </a:r>
            <a:endParaRPr lang="en-US" sz="8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470001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98080" y="4700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validated end-to-end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 Auditing Tightness Study</dc:title>
  <dc:subject>PptxGenJS Presentation</dc:subject>
  <dc:creator>Mohamad Faour</dc:creator>
  <cp:lastModifiedBy>Mohamad Faour</cp:lastModifiedBy>
  <cp:revision>1</cp:revision>
  <dcterms:created xsi:type="dcterms:W3CDTF">2026-03-30T20:10:24Z</dcterms:created>
  <dcterms:modified xsi:type="dcterms:W3CDTF">2026-03-30T20:10:24Z</dcterms:modified>
</cp:coreProperties>
</file>